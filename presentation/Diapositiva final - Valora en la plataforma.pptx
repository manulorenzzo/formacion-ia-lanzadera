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7963"/>
    <a:srgbClr val="E8EBEA"/>
    <a:srgbClr val="F97373"/>
    <a:srgbClr val="FA8E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C389A4-B469-46BA-9107-5376F0D62684}" v="9" dt="2025-09-29T08:17:03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Leonor Medina González" userId="a3ba27ee-7448-48d8-b3b6-7f462492c210" providerId="ADAL" clId="{0EC389A4-B469-46BA-9107-5376F0D62684}"/>
    <pc:docChg chg="modSld">
      <pc:chgData name="Sara Leonor Medina González" userId="a3ba27ee-7448-48d8-b3b6-7f462492c210" providerId="ADAL" clId="{0EC389A4-B469-46BA-9107-5376F0D62684}" dt="2025-09-29T08:34:00.328" v="277" actId="20577"/>
      <pc:docMkLst>
        <pc:docMk/>
      </pc:docMkLst>
      <pc:sldChg chg="modSp mod">
        <pc:chgData name="Sara Leonor Medina González" userId="a3ba27ee-7448-48d8-b3b6-7f462492c210" providerId="ADAL" clId="{0EC389A4-B469-46BA-9107-5376F0D62684}" dt="2025-09-29T08:34:00.328" v="277" actId="20577"/>
        <pc:sldMkLst>
          <pc:docMk/>
          <pc:sldMk cId="1185972681" sldId="256"/>
        </pc:sldMkLst>
        <pc:spChg chg="mod">
          <ac:chgData name="Sara Leonor Medina González" userId="a3ba27ee-7448-48d8-b3b6-7f462492c210" providerId="ADAL" clId="{0EC389A4-B469-46BA-9107-5376F0D62684}" dt="2025-09-22T07:15:05.439" v="15" actId="1035"/>
          <ac:spMkLst>
            <pc:docMk/>
            <pc:sldMk cId="1185972681" sldId="256"/>
            <ac:spMk id="4" creationId="{034F2583-12A4-06E6-0F70-ED64287EDEE8}"/>
          </ac:spMkLst>
        </pc:spChg>
        <pc:spChg chg="mod">
          <ac:chgData name="Sara Leonor Medina González" userId="a3ba27ee-7448-48d8-b3b6-7f462492c210" providerId="ADAL" clId="{0EC389A4-B469-46BA-9107-5376F0D62684}" dt="2025-09-22T07:15:05.439" v="15" actId="1035"/>
          <ac:spMkLst>
            <pc:docMk/>
            <pc:sldMk cId="1185972681" sldId="256"/>
            <ac:spMk id="5" creationId="{4A3F1E35-E78F-907B-8982-6109D91B8645}"/>
          </ac:spMkLst>
        </pc:spChg>
        <pc:spChg chg="mod">
          <ac:chgData name="Sara Leonor Medina González" userId="a3ba27ee-7448-48d8-b3b6-7f462492c210" providerId="ADAL" clId="{0EC389A4-B469-46BA-9107-5376F0D62684}" dt="2025-09-22T07:15:05.439" v="15" actId="1035"/>
          <ac:spMkLst>
            <pc:docMk/>
            <pc:sldMk cId="1185972681" sldId="256"/>
            <ac:spMk id="6" creationId="{25B2EB3A-23D5-43E2-5977-1791DBA5EA13}"/>
          </ac:spMkLst>
        </pc:spChg>
        <pc:spChg chg="mod">
          <ac:chgData name="Sara Leonor Medina González" userId="a3ba27ee-7448-48d8-b3b6-7f462492c210" providerId="ADAL" clId="{0EC389A4-B469-46BA-9107-5376F0D62684}" dt="2025-09-22T07:15:05.439" v="15" actId="1035"/>
          <ac:spMkLst>
            <pc:docMk/>
            <pc:sldMk cId="1185972681" sldId="256"/>
            <ac:spMk id="7" creationId="{2E301F28-74F2-4D36-0A1A-DF75AC5ABB74}"/>
          </ac:spMkLst>
        </pc:spChg>
        <pc:spChg chg="mod">
          <ac:chgData name="Sara Leonor Medina González" userId="a3ba27ee-7448-48d8-b3b6-7f462492c210" providerId="ADAL" clId="{0EC389A4-B469-46BA-9107-5376F0D62684}" dt="2025-09-22T07:15:05.439" v="15" actId="1035"/>
          <ac:spMkLst>
            <pc:docMk/>
            <pc:sldMk cId="1185972681" sldId="256"/>
            <ac:spMk id="8" creationId="{3C77DFE8-6DF2-460B-939E-9D6BEA0B49C0}"/>
          </ac:spMkLst>
        </pc:spChg>
        <pc:spChg chg="mod">
          <ac:chgData name="Sara Leonor Medina González" userId="a3ba27ee-7448-48d8-b3b6-7f462492c210" providerId="ADAL" clId="{0EC389A4-B469-46BA-9107-5376F0D62684}" dt="2025-09-22T07:15:05.439" v="15" actId="1035"/>
          <ac:spMkLst>
            <pc:docMk/>
            <pc:sldMk cId="1185972681" sldId="256"/>
            <ac:spMk id="9" creationId="{32574DA9-88E1-C9C8-A484-7AD7F8C1B524}"/>
          </ac:spMkLst>
        </pc:spChg>
        <pc:spChg chg="mod">
          <ac:chgData name="Sara Leonor Medina González" userId="a3ba27ee-7448-48d8-b3b6-7f462492c210" providerId="ADAL" clId="{0EC389A4-B469-46BA-9107-5376F0D62684}" dt="2025-09-22T07:15:05.439" v="15" actId="1035"/>
          <ac:spMkLst>
            <pc:docMk/>
            <pc:sldMk cId="1185972681" sldId="256"/>
            <ac:spMk id="10" creationId="{DFF178D8-E478-FCE1-0358-F08CA72CCCC2}"/>
          </ac:spMkLst>
        </pc:spChg>
        <pc:spChg chg="mod">
          <ac:chgData name="Sara Leonor Medina González" userId="a3ba27ee-7448-48d8-b3b6-7f462492c210" providerId="ADAL" clId="{0EC389A4-B469-46BA-9107-5376F0D62684}" dt="2025-09-22T07:15:05.439" v="15" actId="1035"/>
          <ac:spMkLst>
            <pc:docMk/>
            <pc:sldMk cId="1185972681" sldId="256"/>
            <ac:spMk id="11" creationId="{11DD9C05-9AD3-6699-A316-3769E2C8DCBB}"/>
          </ac:spMkLst>
        </pc:spChg>
        <pc:spChg chg="mod">
          <ac:chgData name="Sara Leonor Medina González" userId="a3ba27ee-7448-48d8-b3b6-7f462492c210" providerId="ADAL" clId="{0EC389A4-B469-46BA-9107-5376F0D62684}" dt="2025-09-22T07:15:15.005" v="18" actId="12788"/>
          <ac:spMkLst>
            <pc:docMk/>
            <pc:sldMk cId="1185972681" sldId="256"/>
            <ac:spMk id="14" creationId="{8487EA6B-C5F7-E866-5E1A-0D6FD6D72F3D}"/>
          </ac:spMkLst>
        </pc:spChg>
        <pc:spChg chg="mod">
          <ac:chgData name="Sara Leonor Medina González" userId="a3ba27ee-7448-48d8-b3b6-7f462492c210" providerId="ADAL" clId="{0EC389A4-B469-46BA-9107-5376F0D62684}" dt="2025-09-29T08:34:00.328" v="277" actId="20577"/>
          <ac:spMkLst>
            <pc:docMk/>
            <pc:sldMk cId="1185972681" sldId="256"/>
            <ac:spMk id="15" creationId="{5764CFD1-7BAE-F0CF-E029-4C380B6F115E}"/>
          </ac:spMkLst>
        </pc:spChg>
        <pc:spChg chg="mod">
          <ac:chgData name="Sara Leonor Medina González" userId="a3ba27ee-7448-48d8-b3b6-7f462492c210" providerId="ADAL" clId="{0EC389A4-B469-46BA-9107-5376F0D62684}" dt="2025-09-29T08:16:54.909" v="230" actId="1076"/>
          <ac:spMkLst>
            <pc:docMk/>
            <pc:sldMk cId="1185972681" sldId="256"/>
            <ac:spMk id="16" creationId="{452DB7F0-1A42-4684-8EA7-C750301D5F9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E1CC-3D7C-1409-8551-FC4DD9E45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D2D3AB-5E92-EF84-BC35-100F59CD9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E8B3D-7A88-E1BF-9021-DEAA2100E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7774-AEB0-4ED1-9549-B563BF76AE04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8ABAC-FE08-A454-CB88-703466B08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AEFA6-3236-8566-6960-EB8CB4468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B195D-9C7B-4541-9942-B927A7E285D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6510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E525-B33B-745E-9B2F-45ABC0D43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C0BA4-F34D-0960-7485-ED7928E16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C287E-1939-3A0F-CA10-10F86E74F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7774-AEB0-4ED1-9549-B563BF76AE04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D273D-D5CA-FD3E-569D-3641AAA27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EA501-301B-DC63-83A4-FF2DD33C4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B195D-9C7B-4541-9942-B927A7E285D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9793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E8F7-55CF-75E8-CDF1-590F09364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B4858-7E75-7931-6ABD-40E7EC5E4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66C5E-11C9-F39B-A776-6C4E1F99F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7774-AEB0-4ED1-9549-B563BF76AE04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000C4-7681-1E42-5A1F-BCEF461BD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F858B-8449-DB26-7966-DE14343B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B195D-9C7B-4541-9942-B927A7E285D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5224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E3106-DE5F-380E-5C4C-D2BE09260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545A2-C33F-B5DB-1B34-3CDCC35CC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F48E6F-33C0-2B76-B2A2-D423DA057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5964C4-D3F7-82A6-A3D6-71FBE6433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7774-AEB0-4ED1-9549-B563BF76AE04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183F4-EB8E-6749-1F17-DEA460A8C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7B5E3-EBC1-60A3-E14E-476BF39D8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B195D-9C7B-4541-9942-B927A7E285D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8925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D6D3F-C434-CB40-19C2-55083D42B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5B0ED-99DA-C636-6E84-3D9D77B6C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25130-0DD2-4DFD-56BC-4287D1CA9F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2D29B1-837F-369A-B063-E16647D54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53BD53-379C-09E2-1216-E47808D240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291525-1581-9BA0-9424-9022A31F3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7774-AEB0-4ED1-9549-B563BF76AE04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30665-D197-D858-7A54-317A13EF9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8BDA50-7C61-C6F6-7C6D-EAE2EC09B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B195D-9C7B-4541-9942-B927A7E285D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8434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9C34B-74AE-6FE6-EDE3-4A5AC2F02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A98886-549B-C1E1-DE77-7698316C0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7774-AEB0-4ED1-9549-B563BF76AE04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589A84-7323-738F-9D42-164B742AE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BF5A33-0F6C-4C23-EBE6-9E5932F77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B195D-9C7B-4541-9942-B927A7E285D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1068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C656F0-BD80-546C-6E01-A4D87D46D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7774-AEB0-4ED1-9549-B563BF76AE04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8D00FD-9B02-8E65-FB30-7A21C4925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92963-CEC3-C3AC-B321-3323EF4BA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B195D-9C7B-4541-9942-B927A7E285D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1342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1655B-97E8-71B5-C3FB-2B243AAE2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27663-5C5D-B180-EBD2-5104F8F90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15CA0C-D857-A7BB-027A-C18E71078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52FD3-8F51-C414-1DCD-EAAC8CAE1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7774-AEB0-4ED1-9549-B563BF76AE04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80AF7-AD26-1E75-75BA-72A7887F8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A9801-DF7B-C5CC-EBB7-14D51D87F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B195D-9C7B-4541-9942-B927A7E285D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155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43219-8121-4442-BBB8-76043FBF4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25777A-E954-1652-70F9-F95EBE6B1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CDA80-25B2-949A-7081-6C9CB8920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1757A-9B3C-8C5D-AF74-D08FCAD67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7774-AEB0-4ED1-9549-B563BF76AE04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36560-BA00-0DC8-0949-15E4D61C6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0BD72-C657-2E94-E7FC-E889FD85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B195D-9C7B-4541-9942-B927A7E285D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4020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2647-3C26-EDC8-C58B-161E888B1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5425F7-5886-093F-4CAA-3404EA9286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651BA-465A-EDE0-99F5-5730D7D85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7774-AEB0-4ED1-9549-B563BF76AE04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53C29-68B9-DB2B-2BAB-BB2A02AE0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BC20-EBF8-1ADD-131B-118BB3764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B195D-9C7B-4541-9942-B927A7E285D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1593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B1121-9F03-14F8-84A9-3D87AB8E93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3496C-6A33-6A2A-2164-D931628D93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C19B5-5CF6-BA8A-2AC9-CEB1E8C86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7774-AEB0-4ED1-9549-B563BF76AE04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8F728-99A3-8F8A-CC74-F910A7F7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75D17-CEE6-D559-3B36-F9C08731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B195D-9C7B-4541-9942-B927A7E285D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3549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4D6969-E674-5A0A-4B5E-FB20A8E32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F8490-2687-2009-2FC5-EFD58F7D2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85EE7-D221-915B-C490-01151307AE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597774-AEB0-4ED1-9549-B563BF76AE04}" type="datetimeFigureOut">
              <a:rPr lang="es-ES" smtClean="0"/>
              <a:t>29/09/2025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12B4A-322C-4A0C-354D-F368FA2F69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A1972-692A-1DA4-0ED6-DFCB88020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0B195D-9C7B-4541-9942-B927A7E285D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946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34F2583-12A4-06E6-0F70-ED64287EDEE8}"/>
              </a:ext>
            </a:extLst>
          </p:cNvPr>
          <p:cNvSpPr/>
          <p:nvPr/>
        </p:nvSpPr>
        <p:spPr>
          <a:xfrm>
            <a:off x="2950366" y="3714750"/>
            <a:ext cx="409575" cy="400050"/>
          </a:xfrm>
          <a:prstGeom prst="ellipse">
            <a:avLst/>
          </a:prstGeom>
          <a:solidFill>
            <a:srgbClr val="CC796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A3F1E35-E78F-907B-8982-6109D91B8645}"/>
              </a:ext>
            </a:extLst>
          </p:cNvPr>
          <p:cNvSpPr/>
          <p:nvPr/>
        </p:nvSpPr>
        <p:spPr>
          <a:xfrm>
            <a:off x="3587748" y="3714750"/>
            <a:ext cx="409575" cy="400050"/>
          </a:xfrm>
          <a:prstGeom prst="ellipse">
            <a:avLst/>
          </a:prstGeom>
          <a:solidFill>
            <a:srgbClr val="CC796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5B2EB3A-23D5-43E2-5977-1791DBA5EA13}"/>
              </a:ext>
            </a:extLst>
          </p:cNvPr>
          <p:cNvSpPr/>
          <p:nvPr/>
        </p:nvSpPr>
        <p:spPr>
          <a:xfrm>
            <a:off x="4225130" y="3714750"/>
            <a:ext cx="409575" cy="400050"/>
          </a:xfrm>
          <a:prstGeom prst="ellipse">
            <a:avLst/>
          </a:prstGeom>
          <a:solidFill>
            <a:srgbClr val="CC796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E301F28-74F2-4D36-0A1A-DF75AC5ABB74}"/>
              </a:ext>
            </a:extLst>
          </p:cNvPr>
          <p:cNvSpPr/>
          <p:nvPr/>
        </p:nvSpPr>
        <p:spPr>
          <a:xfrm>
            <a:off x="4862512" y="3714750"/>
            <a:ext cx="409575" cy="400050"/>
          </a:xfrm>
          <a:prstGeom prst="ellipse">
            <a:avLst/>
          </a:prstGeom>
          <a:solidFill>
            <a:srgbClr val="CC796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77DFE8-6DF2-460B-939E-9D6BEA0B49C0}"/>
              </a:ext>
            </a:extLst>
          </p:cNvPr>
          <p:cNvSpPr/>
          <p:nvPr/>
        </p:nvSpPr>
        <p:spPr>
          <a:xfrm>
            <a:off x="5499894" y="3714750"/>
            <a:ext cx="409575" cy="40005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2574DA9-88E1-C9C8-A484-7AD7F8C1B524}"/>
              </a:ext>
            </a:extLst>
          </p:cNvPr>
          <p:cNvSpPr/>
          <p:nvPr/>
        </p:nvSpPr>
        <p:spPr>
          <a:xfrm>
            <a:off x="6137276" y="3714750"/>
            <a:ext cx="409575" cy="40005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F178D8-E478-FCE1-0358-F08CA72CCCC2}"/>
              </a:ext>
            </a:extLst>
          </p:cNvPr>
          <p:cNvSpPr/>
          <p:nvPr/>
        </p:nvSpPr>
        <p:spPr>
          <a:xfrm>
            <a:off x="6774658" y="3714750"/>
            <a:ext cx="409575" cy="40005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1DD9C05-9AD3-6699-A316-3769E2C8DCBB}"/>
              </a:ext>
            </a:extLst>
          </p:cNvPr>
          <p:cNvSpPr/>
          <p:nvPr/>
        </p:nvSpPr>
        <p:spPr>
          <a:xfrm>
            <a:off x="7412040" y="3714750"/>
            <a:ext cx="409575" cy="40005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13864B0-ACFE-F7DD-6C85-A6C86C49F67D}"/>
              </a:ext>
            </a:extLst>
          </p:cNvPr>
          <p:cNvSpPr/>
          <p:nvPr/>
        </p:nvSpPr>
        <p:spPr>
          <a:xfrm>
            <a:off x="8049422" y="3714750"/>
            <a:ext cx="409575" cy="40005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F2CB68C-4694-8670-F1EB-68B91FA6D879}"/>
              </a:ext>
            </a:extLst>
          </p:cNvPr>
          <p:cNvSpPr/>
          <p:nvPr/>
        </p:nvSpPr>
        <p:spPr>
          <a:xfrm>
            <a:off x="8686802" y="3714750"/>
            <a:ext cx="409575" cy="40005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28" name="Picture 4" descr="181 mil resultados de imágenes, fotos de stock e ilustraciones libres de  regalías para Cara triste icono | Shutterstock">
            <a:extLst>
              <a:ext uri="{FF2B5EF4-FFF2-40B4-BE49-F238E27FC236}">
                <a16:creationId xmlns:a16="http://schemas.microsoft.com/office/drawing/2014/main" id="{976EE29E-C793-9463-CA68-99AFA26F35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31" b="89831" l="5000" r="91500">
                        <a14:foregroundMark x1="23333" y1="17288" x2="13667" y2="26102"/>
                        <a14:foregroundMark x1="13667" y1="26102" x2="9500" y2="41695"/>
                        <a14:foregroundMark x1="9500" y1="41695" x2="9833" y2="60339"/>
                        <a14:foregroundMark x1="9833" y1="60339" x2="14000" y2="77288"/>
                        <a14:foregroundMark x1="14000" y1="77288" x2="24167" y2="83390"/>
                        <a14:foregroundMark x1="24167" y1="83390" x2="34167" y2="79661"/>
                        <a14:foregroundMark x1="34167" y1="79661" x2="40333" y2="66102"/>
                        <a14:foregroundMark x1="40333" y1="66102" x2="42500" y2="41695"/>
                        <a14:foregroundMark x1="42500" y1="41695" x2="35500" y2="23051"/>
                        <a14:foregroundMark x1="35500" y1="23051" x2="27333" y2="15932"/>
                        <a14:foregroundMark x1="27333" y1="15932" x2="23167" y2="15593"/>
                        <a14:foregroundMark x1="22667" y1="18983" x2="28000" y2="18644"/>
                        <a14:foregroundMark x1="25833" y1="21695" x2="13667" y2="43390"/>
                        <a14:foregroundMark x1="13667" y1="43390" x2="19167" y2="72881"/>
                        <a14:foregroundMark x1="19167" y1="72881" x2="31333" y2="72542"/>
                        <a14:foregroundMark x1="31333" y1="72542" x2="32667" y2="36949"/>
                        <a14:foregroundMark x1="32667" y1="36949" x2="27333" y2="23390"/>
                        <a14:foregroundMark x1="27333" y1="23390" x2="26500" y2="22373"/>
                        <a14:foregroundMark x1="77500" y1="18305" x2="68667" y2="18644"/>
                        <a14:foregroundMark x1="68667" y1="18644" x2="61000" y2="35593"/>
                        <a14:foregroundMark x1="61000" y1="35593" x2="59833" y2="59661"/>
                        <a14:foregroundMark x1="59833" y1="59661" x2="64667" y2="74915"/>
                        <a14:foregroundMark x1="64667" y1="74915" x2="76167" y2="83729"/>
                        <a14:foregroundMark x1="76167" y1="83729" x2="85333" y2="76610"/>
                        <a14:foregroundMark x1="85333" y1="76610" x2="90167" y2="56949"/>
                        <a14:foregroundMark x1="90167" y1="56949" x2="90833" y2="39661"/>
                        <a14:foregroundMark x1="90833" y1="39661" x2="83333" y2="23729"/>
                        <a14:foregroundMark x1="83333" y1="23729" x2="76667" y2="17966"/>
                        <a14:foregroundMark x1="85167" y1="22712" x2="88667" y2="41356"/>
                        <a14:foregroundMark x1="88667" y1="41356" x2="88167" y2="67458"/>
                        <a14:foregroundMark x1="88167" y1="67458" x2="75000" y2="69153"/>
                        <a14:foregroundMark x1="75000" y1="69153" x2="69500" y2="55932"/>
                        <a14:foregroundMark x1="69500" y1="55932" x2="67500" y2="38644"/>
                        <a14:foregroundMark x1="67500" y1="38644" x2="72833" y2="19322"/>
                        <a14:foregroundMark x1="72833" y1="19322" x2="85000" y2="24068"/>
                        <a14:foregroundMark x1="88000" y1="32881" x2="89333" y2="56610"/>
                        <a14:foregroundMark x1="89333" y1="56610" x2="77667" y2="61017"/>
                        <a14:foregroundMark x1="77667" y1="61017" x2="72000" y2="38644"/>
                        <a14:foregroundMark x1="72000" y1="38644" x2="80167" y2="31186"/>
                        <a14:foregroundMark x1="80167" y1="31186" x2="88500" y2="33559"/>
                        <a14:foregroundMark x1="91000" y1="42712" x2="91500" y2="606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9278"/>
          <a:stretch>
            <a:fillRect/>
          </a:stretch>
        </p:blipFill>
        <p:spPr bwMode="auto">
          <a:xfrm>
            <a:off x="1515720" y="3219450"/>
            <a:ext cx="1434646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81 mil resultados de imágenes, fotos de stock e ilustraciones libres de  regalías para Cara triste icono | Shutterstock">
            <a:extLst>
              <a:ext uri="{FF2B5EF4-FFF2-40B4-BE49-F238E27FC236}">
                <a16:creationId xmlns:a16="http://schemas.microsoft.com/office/drawing/2014/main" id="{AF33ED9A-B1D9-FEAD-4664-0CB6522D75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55000" r="95000">
                        <a14:foregroundMark x1="76167" y1="18305" x2="65333" y2="27797"/>
                        <a14:foregroundMark x1="65333" y1="27797" x2="62500" y2="56949"/>
                        <a14:foregroundMark x1="62500" y1="56949" x2="71833" y2="78644"/>
                        <a14:foregroundMark x1="71833" y1="78644" x2="81500" y2="75254"/>
                        <a14:foregroundMark x1="81500" y1="75254" x2="83667" y2="50169"/>
                        <a14:foregroundMark x1="83667" y1="50169" x2="82333" y2="26780"/>
                        <a14:foregroundMark x1="82333" y1="26780" x2="77000" y2="183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 bwMode="auto">
          <a:xfrm>
            <a:off x="9108961" y="3105150"/>
            <a:ext cx="1414220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487EA6B-C5F7-E866-5E1A-0D6FD6D72F3D}"/>
              </a:ext>
            </a:extLst>
          </p:cNvPr>
          <p:cNvSpPr txBox="1"/>
          <p:nvPr/>
        </p:nvSpPr>
        <p:spPr>
          <a:xfrm>
            <a:off x="1777208" y="985271"/>
            <a:ext cx="87201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dirty="0">
                <a:solidFill>
                  <a:schemeClr val="bg1"/>
                </a:solidFill>
              </a:rPr>
              <a:t>¡Muchas gracias!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64CFD1-7BAE-F0CF-E029-4C380B6F115E}"/>
              </a:ext>
            </a:extLst>
          </p:cNvPr>
          <p:cNvSpPr txBox="1"/>
          <p:nvPr/>
        </p:nvSpPr>
        <p:spPr>
          <a:xfrm>
            <a:off x="165101" y="4838045"/>
            <a:ext cx="12192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Los que valoraron en la última convocatoria mejoraron lo que hoy has visto </a:t>
            </a:r>
          </a:p>
          <a:p>
            <a:pPr algn="ctr"/>
            <a:r>
              <a:rPr lang="es-ES" sz="2400" dirty="0">
                <a:solidFill>
                  <a:schemeClr val="bg1"/>
                </a:solidFill>
              </a:rPr>
              <a:t>Ahora </a:t>
            </a:r>
            <a:r>
              <a:rPr lang="es-ES" sz="2800" b="1" dirty="0">
                <a:solidFill>
                  <a:schemeClr val="bg1"/>
                </a:solidFill>
              </a:rPr>
              <a:t>te toca a ti </a:t>
            </a:r>
            <a:r>
              <a:rPr lang="es-ES" sz="2400" dirty="0">
                <a:solidFill>
                  <a:schemeClr val="bg1"/>
                </a:solidFill>
              </a:rPr>
              <a:t>mejorar lo que viene</a:t>
            </a:r>
          </a:p>
          <a:p>
            <a:pPr algn="ctr"/>
            <a:r>
              <a:rPr lang="es-ES" sz="2400" dirty="0">
                <a:solidFill>
                  <a:schemeClr val="bg1"/>
                </a:solidFill>
              </a:rPr>
              <a:t> 📩🥰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2DB7F0-1A42-4684-8EA7-C750301D5F91}"/>
              </a:ext>
            </a:extLst>
          </p:cNvPr>
          <p:cNvSpPr txBox="1"/>
          <p:nvPr/>
        </p:nvSpPr>
        <p:spPr>
          <a:xfrm>
            <a:off x="41276" y="264860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</a:rPr>
              <a:t> 2 </a:t>
            </a:r>
            <a:r>
              <a:rPr lang="es-ES" sz="2800" dirty="0" err="1">
                <a:solidFill>
                  <a:schemeClr val="bg1"/>
                </a:solidFill>
              </a:rPr>
              <a:t>mins</a:t>
            </a:r>
            <a:r>
              <a:rPr lang="es-ES" sz="2800" dirty="0">
                <a:solidFill>
                  <a:schemeClr val="bg1"/>
                </a:solidFill>
              </a:rPr>
              <a:t> en la plataforma </a:t>
            </a:r>
          </a:p>
        </p:txBody>
      </p:sp>
    </p:spTree>
    <p:extLst>
      <p:ext uri="{BB962C8B-B14F-4D97-AF65-F5344CB8AC3E}">
        <p14:creationId xmlns:p14="http://schemas.microsoft.com/office/powerpoint/2010/main" val="1185972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34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Leonor Medina González</dc:creator>
  <cp:lastModifiedBy>Sara Leonor Medina González</cp:lastModifiedBy>
  <cp:revision>1</cp:revision>
  <dcterms:created xsi:type="dcterms:W3CDTF">2025-09-19T07:09:26Z</dcterms:created>
  <dcterms:modified xsi:type="dcterms:W3CDTF">2025-09-29T08:34:03Z</dcterms:modified>
</cp:coreProperties>
</file>